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463040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Browser-Native · Agentic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AgentGoRound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純瀏覽器環境的 Agentic AI 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在前端賦予任意 LLM 完整的 Agent 能力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 · MCP · Built-in Tools · Skill · Test Cases — 零後端、一鍵部署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493776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Browser-First  ·  Prompt-Based Tool Use  ·  Any LLM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核心理念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純前端的 Agentic 平台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在瀏覽器中直接與 LLM API 溝通，零後端依賴。所有狀態存於 localStorage / IndexedDB，可部署至 GitHub Pages。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16200000">
              <a:srgbClr val="3B82F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使用者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 Runtime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API (CORS)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上下文注入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4640" y="34747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3464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外部工具整合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0" y="34747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064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 + 即時渲染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0" y="34747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664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自動化工作流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692640" y="34747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9264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926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可靠性驗證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212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 agentic 能力都透過 Prompt 設計實現 — 不依賴 LLM 原生 function calling，任何能回傳 JSON 的模型都能使用。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 — 知識注入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類似 AGENTS.md 的概念 — 為 Agent 注入專業知識、角色設定、團隊慣例。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創建 Doc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DocsPanel 撰寫 Markdown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存於 IndexedDB (agr_docs_db)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91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綁定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enableDocs + allowedDocIds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指定可存取的文件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572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Prompt 注入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892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每次對話直接將 Doc 內容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注入 system prompt（MVP）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92024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16200000">
              <a:srgbClr val="3B82F6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📋 AGENTS.md 的瀏覽器版本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把 Coding Agent 用的 AGENTS.md 概念搬到瀏覽器裡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用自然語言為 AI 定義行為模式。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角色設定：「你是個說話結尾都會喵喵叫的助手」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團隊規範：程式碼風格、PR 審查清單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專業知識：產品文檔、API 規格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工作流程：部署 SOP、故障排除指南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儲存：id / title / content / updatedAt · CRUD: listDocs / upsertDoc / deleteDoc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功能二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&amp; Built-in Tools — Prompt 驅動的 Tool Use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🧠 Prompt-Based Tool Decision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構建 Tool Decision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工具列表打包為 JSON + 中英雙語模板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LLM 回傳判斷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{"type":"mcp_call"} / {"type":"builtin_tool_call"} / {"type":"no_tool"}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執行並注入結果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工具結果經摘要處理後注入下一輪 prompt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核心創新：無需 native function-calling，只要模型能輸出 JSON 即可使用工具。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🔌 MCP (Model Context Protocol)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16200000">
              <a:srgbClr val="F97316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9659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SSE Client：EventSource 連接 MCP Server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 Registry：tools/list 取得列表 · tools/call 執行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支援 timeout · 心跳探測 · 健康檢查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⚡ Built-in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16200000">
              <a:srgbClr val="10B981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9776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🛠️ 自訂 JS 工具：new Function() — 完整存取 window/document/DOM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🔧 系統內建：get_user_profile · pick_best_agent · request_user_confirmation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🖥️ Dashboard：即時浮動面板，繞過 React 虛擬 DOM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功能三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 Tools — 即時前端渲染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跳脫沙箱限制，用 new Function() 在瀏覽器中直接操作 DOM — LLM 可以即時渲染 UI。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0B0F1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⚙️ 執行模型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runBuiltInScriptTool.ts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fn = new Function(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'helpers', 'input',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tool.code  // 使用者自訂 JS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result = await fn(helpers, input);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helpers 物件: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helpers.system → userProfile, agentDir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helpers.ui → dashboard (浮動面板)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完整存取 window / document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可操作 DOM、觸發 alert()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非沙箱 — 與主頁面同環境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16200000">
              <a:srgbClr val="3B82F6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🖥️ Tool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createToolDashboardHelpers()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建立浮動 DOM 面板系統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工具可以即時渲染 UI 到畫面上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0B0F1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291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工具代碼範例（動態時鐘）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{ container } = helpers.ui.dashboard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.show({ key: 'clock', title: '時鐘' });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直接操作 DOM 渲染 SVG 時鐘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container.innerHTML = `&lt;svg&gt;...&lt;/svg&gt;`;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setInterval(() =&gt; updateClock(), 1000);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5029200"/>
            <a:ext cx="4937760" cy="36576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繞過 React 虛擬 DOM — 工具直接操作真實 DOM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功能四 · 單輪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— 單輪模式（Single-Turn）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0B0F1A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📦 Skill 套件格式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my-skill/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SKILL.md (必需)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YAML frontmatter (name, description)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skill-config JSON (workflow, input)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references/ (按需載入)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scripts/ (v1 僅儲存)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assets/ (文字模板)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🔍 Skill 自動觸發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buildSkillSessionSnapshot() → 取得可用 Skill 列表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buildSkillDecisionPrompt() → 詢問 LLM 載入哪個 Skill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623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loadSkillRuntime() → 解析 refs/assets → 構建 prompt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16200000">
              <a:srgbClr val="8B5CF6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🔄 單輪執行流程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1031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載入 Skill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SKILL.md + refs + assets → system prompt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0" y="29718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 Decision（可選）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 Skill 範圍內檢查是否需要工具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384048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886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回答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使用 Skill 上下文生成回答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0" y="4709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54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 &amp; Refine（可選）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5029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驗證器 → 若需修正 → 重寫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5669280"/>
            <a:ext cx="5303520" cy="4572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669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WorkflowPolicy: useSkillDocs · allowMcp · allowBuiltInTools · bootstrapAction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功能四 · 多輪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— 多輪模式（Multi-Turn）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核心創新 — 基於狀態機的自主 Agent 執行迴圈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skill_load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bootstrap_plan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plan_next_step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 循環 (toolLoopMax) 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sync_state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completion_gate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274320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manual_gate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778240" y="274320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final_answer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🧠 Planner 判斷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👁️ observe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觀察環境（瀏覽器快照）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⚡ 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執行工具（MCP / Built-in）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❓ ask_user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暫停請求用戶輸入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7782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🏁 finish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進入完成閘門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🛡️ 約束系統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39496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86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▸ act → 必須 observe（行動後強制觀察結果）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5806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▸ 重複觀察 → 必須 act（防止卡死迴圈）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6126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▸ 迴圈偵測：追蹤 observation + action signature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5486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▸ 阻擋偵測：CAPTCHA / 登入閘門 / 不可用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5806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▸ 純函式狀態管理 — 不可變轉換（SkillRunState）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功能五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Tutorial / Test Cases — 雙重用途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同一份 YAML 同時服務人類引導教學與自動化測試 — 教學即測試，測試即案例。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11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Agent Chat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+ Load Balancer + 首次對話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011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Docs Persona Chat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 注入 → 角色行為驗證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08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 Tools Chat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 工具建立 · Dashboard 渲染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108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Sequential Skill Chat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單輪 Skill (refs &amp; assets)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06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Browser MCP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MCP 瀏覽器讀 GitHub Trending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41148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4206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ChatGPT Browser Skill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多輪 Skill + 瀏覽器自動化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19202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0B0F1A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🧪 自動化測試機制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21945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YAML Tutorial Step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behavior: first_chat_skill_references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automation: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composerSeed: "用這份報告..."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skillExecutionMode: single_turn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expect: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assistantContentIncludes: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"投資組合"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skillTraceIncludes: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"references"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requireSkillTodo: true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17920" y="5394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evaluateTutorialStep() — 比對真實 app 狀態與 YAML 預期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5715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Snapshot 管理：capture → restore（可回滾）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530352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212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教學即測試：同一份 YAML 驅動 UI 引導教學 + npm 自動化煙霧測試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架構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架構全景 &amp; Adapter 系統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🔌 Adapter 適配器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OpenAICompatAdapter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標準 /chat/completions SSE · 429 自動重試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47472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ChromePromptAdapter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Chrome window.ai API · 無需 Key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7472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CustomAdapter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Mustache bodyTemplate · JSONPath 萃取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💾 Storage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8288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828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agentStore — agents (localStorage)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22860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2860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builtInToolStore — JS tools (localStorage)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0" y="27432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743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settingsStore — MCP / creds (localStorage)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32004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00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chatStore — messages (IndexedDB)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0" y="36576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657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docStore — documents (IndexedDB)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411480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114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skillStore — skills (IndexedDB×3)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⚖️ Load Balancer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18288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19202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→ LoadBalancerConfig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 Instance → 有序 failover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credential × key pool 輪轉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→ skip → resume 後重試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🔄 資料流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37490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B0F1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→ App.tsx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Skill Decision (LLM)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Load Skill Runtime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Tool Decision (LLM)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MCP / Built-in Execute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Result Summary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Final Answer (LLM)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ChatPanel (stream)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AgentAdapter 介面：detect() + chat() → AsyncGenerator&lt;ChatEvent&gt;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瀏覽器即是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不需要後端、不需要原生 function-calling —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純前端 + Prompt 設計就能為任意 LLM 帶來完整的 Agentic 能力。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16200000">
              <a:srgbClr val="3B82F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知識 ≈ AGENTS.md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3840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16200000">
              <a:srgbClr val="F97316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外部工具整合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3840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16200000">
              <a:srgbClr val="10B981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 + 即時渲染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3840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16200000">
              <a:srgbClr val="8B5CF6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單輪 + 多輪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09760" y="38404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16200000">
              <a:srgbClr val="EC4899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0976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976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教學即測試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576072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5806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 you need is a browser and a prompt."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6126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Vite + TypeScript  ·  localStorage + IndexedDB  ·  GitHub Pages Ready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2026-03-30T01:37:11Z</dcterms:created>
  <dcterms:modified xsi:type="dcterms:W3CDTF">2026-03-30T01:37:11Z</dcterms:modified>
</cp:coreProperties>
</file>